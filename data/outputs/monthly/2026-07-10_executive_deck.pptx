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Portfolio Health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automatically by AI Health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Portfolio Mix: 1 Red, 0 Amber, 1 Green</a:t>
            </a:r>
          </a:p>
          <a:p>
            <a:r>
              <a:t>Top-line call: Significant schedule slippage observed across multiple projects.</a:t>
            </a:r>
          </a:p>
          <a:p>
            <a:r>
              <a:t>Ask: Review resourcing and blocker resolution for Red projects.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Health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2743200"/>
                <a:gridCol w="1371600"/>
              </a:tblGrid>
              <a:tr h="243840">
                <a:tc>
                  <a:txBody>
                    <a:bodyPr/>
                    <a:lstStyle/>
                    <a:p>
                      <a:r>
                        <a:t>Project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Top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 Confidence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t>S2P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Schedule Slippage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t>Project Plan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Cross-Project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Systemic Delay: Schedule Slippage observed across projects (Project_Plan_B, S2P_Project)</a:t>
            </a:r>
          </a:p>
          <a:p>
            <a:pPr lvl="1"/>
            <a:r>
              <a:t>- [S2P_Project] Task 'Zycus - Titan S2P Implementation' is delayed by 51 days.</a:t>
            </a:r>
          </a:p>
          <a:p>
            <a:pPr lvl="1"/>
            <a:r>
              <a:t>- [S2P_Project] Task 'Phase 1- S2C' is delayed by 8 days.</a:t>
            </a:r>
          </a:p>
          <a:p>
            <a:pPr lvl="1"/>
            <a:r>
              <a:t>- [S2P_Project] Task 'Configuration and Build phase' is delayed by 113 days.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Emerging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S2P_Project: Project is currently Red. Review primary drivers. (Trajectory: insufficient history to assess trajectory)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Decisions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Immediate deep-dive required on all Red projects (S2P_Project) to clear blockers.</a:t>
            </a:r>
          </a:p>
          <a:p>
            <a:r>
              <a:t>2. Investigate schedule estimation accuracy, as &gt;30% of open tasks are delayed.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